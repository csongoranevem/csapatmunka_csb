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5407" autoAdjust="0"/>
  </p:normalViewPr>
  <p:slideViewPr>
    <p:cSldViewPr snapToGrid="0">
      <p:cViewPr>
        <p:scale>
          <a:sx n="10" d="100"/>
          <a:sy n="10" d="100"/>
        </p:scale>
        <p:origin x="319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C2613F-AF55-4199-9DBE-CA3CE215C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5763953-1E75-491A-8557-2D52178C8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8DA4B8A-8EBD-4D91-835D-35CE70D1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6D12A7-B463-4E3F-98C9-1510DA3F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6D33CDE-905B-4890-9CBB-6A21C3B2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4529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08F438-B821-4B28-8B1F-E8C28EAC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E57F393-65EC-4139-8A9B-40264A27B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F2635B-31DA-4090-8541-AE51FA97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26ADF7F-95C3-4C93-9862-C6CBF16C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DA8E071-E13D-4F7A-83A6-7FCC684C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2671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D95194-1885-43E7-91D0-BAD9801C6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0A369B2-241A-4936-A5B7-E28E4CC01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67A6CB6-D478-450E-BE84-53B7D0166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F89EB1-D336-497B-ACED-D3289A44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BCC3ACC-F100-4A1C-8545-FCFDA59A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4381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FEB2E6-7BDF-4C35-84CC-459C86651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D0C36A-0A08-46BF-B30C-07CCD32224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0C1CDD0-3A27-4D32-A304-D09BC2AF5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74D8751-BC30-46F7-A1A7-55481DCA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2B47D3A-09D7-4F64-A88D-85AC10BA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D3329F2-58B2-4458-8E40-82441AD8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060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D34A50-AA11-497B-8473-B1C243BE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FBBC9C5-6400-4E29-82D2-4CA2FB8B0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64249F6-EFC0-4FE0-817A-51E1C4774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7A1A1A8-6536-450E-B5EF-F99E0E037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7E6D4D0-4268-4222-B203-218744620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4986629-13EA-4B91-82AD-2F0794FE6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9F98119-6523-4E31-B8A1-2C72DA7D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B87A4A3-0356-4F87-8168-D1ED481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80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6B653C-1491-4D62-B2F3-442D91BD7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9D02C7A-27DD-4C06-9AA5-2BEED93F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D0D2B0F4-2200-4ABD-9D68-4706E1E1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B9E8EFE-7734-4BFE-B139-56FC7D7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5257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B7494997-65EA-4244-9357-1CCB48426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D66BA39-FDC9-4520-8B60-E7637E45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9069DAB-AAF0-4A1B-9E3B-738DDCEDD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135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340C68-CA55-4B2C-B21A-593D7FBF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F3ABBD5-CFC4-4783-B7B0-2883E0D65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4A16F38-DAED-41CA-BA21-4D0888CF4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78129A2-71BE-4B23-9CBF-54E7ABDC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6830261-386D-4A6C-98F5-1C882C92B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2237C5F-61FA-40A5-80DA-0D10178F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4044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EE2A7E-4492-48C3-A07B-760D1FAEB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6B3CBE01-4159-4C1D-B1CA-DFB82674B6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3AA0EDD-03BD-49B2-8763-DAE444853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96BF03D-4536-4298-8DEB-AA12E431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850C3E9-8623-4A30-8B05-7916562C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92B77FA-C6EC-4802-8ECB-755698BB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66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24B004-40C0-4BF5-B566-3155954C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DCF251B-6A4B-4A2E-9D81-6BF8558C0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9B8D3A-8C09-4228-8815-B284CA43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7111305-B866-457E-AD1E-8C373668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AB0962-758B-4000-A0E9-3AF62586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356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6814289-1485-4769-8680-3C07E43B0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691D00B-6889-4677-BC84-34E53C8BD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9FFE4A8-53BF-4083-8C0A-D8DB08940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809635D-25E6-4B9C-87AD-85717F1A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7F810F-3FEA-4822-B8E4-8907F7AE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1247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6E092B0-234B-42FC-9FD8-CE422953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0DFFC6E-9940-49B7-8696-407C53523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0E48CF-F04D-4005-81B9-7B0E11334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B3720-1179-4FAE-BC45-96365C39917B}" type="datetimeFigureOut">
              <a:rPr lang="hu-HU" smtClean="0"/>
              <a:t>2025. 12. 04.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CD9CC2E-73D0-4E50-886D-9C971FF60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7A22B2-7B84-447B-A933-4CF05BD6C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0AC53-D606-4EBA-8135-3474CE1C8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649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91E9D2-598B-416F-84D5-FE27A0A22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Moviemanager</a:t>
            </a:r>
            <a:r>
              <a:rPr lang="hu-HU" dirty="0"/>
              <a:t> </a:t>
            </a:r>
          </a:p>
        </p:txBody>
      </p:sp>
      <p:sp>
        <p:nvSpPr>
          <p:cNvPr id="9" name="Alcím 8">
            <a:extLst>
              <a:ext uri="{FF2B5EF4-FFF2-40B4-BE49-F238E27FC236}">
                <a16:creationId xmlns:a16="http://schemas.microsoft.com/office/drawing/2014/main" id="{3C3C5DC0-F4CB-48BB-B305-90CFEE32A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Ács Benjámin, Czakó Csongor</a:t>
            </a:r>
          </a:p>
        </p:txBody>
      </p:sp>
      <p:grpSp>
        <p:nvGrpSpPr>
          <p:cNvPr id="15" name="Csoportba foglalás 14">
            <a:extLst>
              <a:ext uri="{FF2B5EF4-FFF2-40B4-BE49-F238E27FC236}">
                <a16:creationId xmlns:a16="http://schemas.microsoft.com/office/drawing/2014/main" id="{C5E25DB6-9CAB-44B4-9C1F-721725DBD297}"/>
              </a:ext>
            </a:extLst>
          </p:cNvPr>
          <p:cNvGrpSpPr/>
          <p:nvPr/>
        </p:nvGrpSpPr>
        <p:grpSpPr>
          <a:xfrm>
            <a:off x="-2705100" y="-3675363"/>
            <a:ext cx="71050150" cy="5559726"/>
            <a:chOff x="-2705100" y="-3675363"/>
            <a:chExt cx="71050150" cy="5559726"/>
          </a:xfrm>
        </p:grpSpPr>
        <p:grpSp>
          <p:nvGrpSpPr>
            <p:cNvPr id="11" name="Csoportba foglalás 10">
              <a:extLst>
                <a:ext uri="{FF2B5EF4-FFF2-40B4-BE49-F238E27FC236}">
                  <a16:creationId xmlns:a16="http://schemas.microsoft.com/office/drawing/2014/main" id="{62215BFE-3B32-4DB8-916E-A9C4C2F4146F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7" name="Kép 6">
                <a:extLst>
                  <a:ext uri="{FF2B5EF4-FFF2-40B4-BE49-F238E27FC236}">
                    <a16:creationId xmlns:a16="http://schemas.microsoft.com/office/drawing/2014/main" id="{25917912-0EE4-4320-84D9-B48E27804C2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0" name="Kép 9">
                <a:extLst>
                  <a:ext uri="{FF2B5EF4-FFF2-40B4-BE49-F238E27FC236}">
                    <a16:creationId xmlns:a16="http://schemas.microsoft.com/office/drawing/2014/main" id="{45AA140B-B9D4-4C42-8B3C-7D7B925D73A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D269C825-56E8-4259-A876-5F502AD8E5C3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3" name="Kép 12">
                <a:extLst>
                  <a:ext uri="{FF2B5EF4-FFF2-40B4-BE49-F238E27FC236}">
                    <a16:creationId xmlns:a16="http://schemas.microsoft.com/office/drawing/2014/main" id="{DD0754A1-A4B4-4699-95EC-296A430CBEC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4" name="Kép 13">
                <a:extLst>
                  <a:ext uri="{FF2B5EF4-FFF2-40B4-BE49-F238E27FC236}">
                    <a16:creationId xmlns:a16="http://schemas.microsoft.com/office/drawing/2014/main" id="{CA5370A6-5BDD-46F5-8D98-86A719A3AC0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pic>
        <p:nvPicPr>
          <p:cNvPr id="26" name="Kép 25">
            <a:extLst>
              <a:ext uri="{FF2B5EF4-FFF2-40B4-BE49-F238E27FC236}">
                <a16:creationId xmlns:a16="http://schemas.microsoft.com/office/drawing/2014/main" id="{0315BD11-6FC2-4665-BFB5-C0F9A10B20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804" y="2189164"/>
            <a:ext cx="8085096" cy="5384800"/>
          </a:xfrm>
          <a:prstGeom prst="rect">
            <a:avLst/>
          </a:prstGeom>
        </p:spPr>
      </p:pic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34E99601-9D71-49F7-BEBD-A9EEE4804B89}"/>
              </a:ext>
            </a:extLst>
          </p:cNvPr>
          <p:cNvGrpSpPr/>
          <p:nvPr/>
        </p:nvGrpSpPr>
        <p:grpSpPr>
          <a:xfrm>
            <a:off x="-2552700" y="4973638"/>
            <a:ext cx="71050150" cy="5559726"/>
            <a:chOff x="-2705100" y="-3675363"/>
            <a:chExt cx="71050150" cy="5559726"/>
          </a:xfrm>
        </p:grpSpPr>
        <p:grpSp>
          <p:nvGrpSpPr>
            <p:cNvPr id="17" name="Csoportba foglalás 16">
              <a:extLst>
                <a:ext uri="{FF2B5EF4-FFF2-40B4-BE49-F238E27FC236}">
                  <a16:creationId xmlns:a16="http://schemas.microsoft.com/office/drawing/2014/main" id="{7AB556AD-2BA3-4A6A-9D0E-685103B043AC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21" name="Kép 20">
                <a:extLst>
                  <a:ext uri="{FF2B5EF4-FFF2-40B4-BE49-F238E27FC236}">
                    <a16:creationId xmlns:a16="http://schemas.microsoft.com/office/drawing/2014/main" id="{62D5083C-7A50-4FB5-8A61-819B589A0B4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22" name="Kép 21">
                <a:extLst>
                  <a:ext uri="{FF2B5EF4-FFF2-40B4-BE49-F238E27FC236}">
                    <a16:creationId xmlns:a16="http://schemas.microsoft.com/office/drawing/2014/main" id="{1660CA75-A07C-4045-A867-3E8555A2E98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8" name="Csoportba foglalás 17">
              <a:extLst>
                <a:ext uri="{FF2B5EF4-FFF2-40B4-BE49-F238E27FC236}">
                  <a16:creationId xmlns:a16="http://schemas.microsoft.com/office/drawing/2014/main" id="{02F0CA02-26C6-4EBD-A8C7-26B074309009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9" name="Kép 18">
                <a:extLst>
                  <a:ext uri="{FF2B5EF4-FFF2-40B4-BE49-F238E27FC236}">
                    <a16:creationId xmlns:a16="http://schemas.microsoft.com/office/drawing/2014/main" id="{BCB3C21E-A387-48C5-9F1B-1EA436D58AF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20" name="Kép 19">
                <a:extLst>
                  <a:ext uri="{FF2B5EF4-FFF2-40B4-BE49-F238E27FC236}">
                    <a16:creationId xmlns:a16="http://schemas.microsoft.com/office/drawing/2014/main" id="{388A8F60-6055-4F7F-8D46-C51E3A051D7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sp>
        <p:nvSpPr>
          <p:cNvPr id="25" name="Cím 1">
            <a:extLst>
              <a:ext uri="{FF2B5EF4-FFF2-40B4-BE49-F238E27FC236}">
                <a16:creationId xmlns:a16="http://schemas.microsoft.com/office/drawing/2014/main" id="{54E50290-0AF7-4DC8-A690-78999C85A926}"/>
              </a:ext>
            </a:extLst>
          </p:cNvPr>
          <p:cNvSpPr txBox="1">
            <a:spLocks/>
          </p:cNvSpPr>
          <p:nvPr/>
        </p:nvSpPr>
        <p:spPr>
          <a:xfrm>
            <a:off x="15684046" y="365125"/>
            <a:ext cx="62230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000" u="sng" dirty="0"/>
              <a:t>A projectről</a:t>
            </a:r>
          </a:p>
        </p:txBody>
      </p:sp>
      <p:sp>
        <p:nvSpPr>
          <p:cNvPr id="27" name="Tartalom helye 2">
            <a:extLst>
              <a:ext uri="{FF2B5EF4-FFF2-40B4-BE49-F238E27FC236}">
                <a16:creationId xmlns:a16="http://schemas.microsoft.com/office/drawing/2014/main" id="{2C760C4C-1B4D-4509-B64E-B332794F2439}"/>
              </a:ext>
            </a:extLst>
          </p:cNvPr>
          <p:cNvSpPr txBox="1">
            <a:spLocks/>
          </p:cNvSpPr>
          <p:nvPr/>
        </p:nvSpPr>
        <p:spPr>
          <a:xfrm>
            <a:off x="15281637" y="1690688"/>
            <a:ext cx="54702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3600"/>
              <a:t>Programozónyelv: C#</a:t>
            </a:r>
          </a:p>
          <a:p>
            <a:r>
              <a:rPr lang="hu-HU" sz="3600"/>
              <a:t>Konzolos alkalmazás</a:t>
            </a:r>
          </a:p>
          <a:p>
            <a:r>
              <a:rPr lang="hu-HU" sz="3600"/>
              <a:t>Filmek</a:t>
            </a:r>
          </a:p>
          <a:p>
            <a:pPr lvl="1"/>
            <a:r>
              <a:rPr lang="hu-HU" sz="2800"/>
              <a:t>Keresése</a:t>
            </a:r>
          </a:p>
          <a:p>
            <a:pPr lvl="1"/>
            <a:r>
              <a:rPr lang="hu-HU" sz="2800"/>
              <a:t>Hozzáadása</a:t>
            </a:r>
          </a:p>
          <a:p>
            <a:pPr lvl="1"/>
            <a:r>
              <a:rPr lang="hu-HU" sz="2800"/>
              <a:t>Rendezése</a:t>
            </a:r>
          </a:p>
          <a:p>
            <a:pPr lvl="1"/>
            <a:endParaRPr lang="hu-HU" sz="4000"/>
          </a:p>
          <a:p>
            <a:endParaRPr lang="hu-HU" dirty="0"/>
          </a:p>
        </p:txBody>
      </p:sp>
      <p:pic>
        <p:nvPicPr>
          <p:cNvPr id="29" name="Picture 2" descr="Project - Free business and finance icons">
            <a:extLst>
              <a:ext uri="{FF2B5EF4-FFF2-40B4-BE49-F238E27FC236}">
                <a16:creationId xmlns:a16="http://schemas.microsoft.com/office/drawing/2014/main" id="{F2AD4CA6-8C9E-4812-85BB-37A7341EF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7677" y="1198563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r/MemeRestoration - girl with hand over mouth + house MD">
            <a:extLst>
              <a:ext uri="{FF2B5EF4-FFF2-40B4-BE49-F238E27FC236}">
                <a16:creationId xmlns:a16="http://schemas.microsoft.com/office/drawing/2014/main" id="{7A121823-79F6-4BA5-89DE-3081A338E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6403" y="-1859595"/>
            <a:ext cx="1783294" cy="192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653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CFDABF85-49EA-4390-8D9F-9DFB239743A7}"/>
              </a:ext>
            </a:extLst>
          </p:cNvPr>
          <p:cNvGrpSpPr/>
          <p:nvPr/>
        </p:nvGrpSpPr>
        <p:grpSpPr>
          <a:xfrm>
            <a:off x="-18848336" y="-3675363"/>
            <a:ext cx="71050150" cy="5559726"/>
            <a:chOff x="-2705100" y="-3675363"/>
            <a:chExt cx="71050150" cy="5559726"/>
          </a:xfrm>
        </p:grpSpPr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C6A1E5FC-0DC8-40D7-847B-E0FD25119594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9" name="Kép 8">
                <a:extLst>
                  <a:ext uri="{FF2B5EF4-FFF2-40B4-BE49-F238E27FC236}">
                    <a16:creationId xmlns:a16="http://schemas.microsoft.com/office/drawing/2014/main" id="{DCF82546-6B95-49AE-A40E-2FF820DAE1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0" name="Kép 9">
                <a:extLst>
                  <a:ext uri="{FF2B5EF4-FFF2-40B4-BE49-F238E27FC236}">
                    <a16:creationId xmlns:a16="http://schemas.microsoft.com/office/drawing/2014/main" id="{EA4670FB-F25E-48C6-A063-7A12E300FC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DD6BEEA8-DE73-428A-BB7C-3341B995EAAA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7" name="Kép 6">
                <a:extLst>
                  <a:ext uri="{FF2B5EF4-FFF2-40B4-BE49-F238E27FC236}">
                    <a16:creationId xmlns:a16="http://schemas.microsoft.com/office/drawing/2014/main" id="{334E1836-C3D1-412F-9859-F8DC1DCFF8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8" name="Kép 7">
                <a:extLst>
                  <a:ext uri="{FF2B5EF4-FFF2-40B4-BE49-F238E27FC236}">
                    <a16:creationId xmlns:a16="http://schemas.microsoft.com/office/drawing/2014/main" id="{FF1FF729-CEDF-469E-B485-475428305FE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E9B4FCB2-DEB3-43F6-98CE-BA2BDBE0BBEB}"/>
              </a:ext>
            </a:extLst>
          </p:cNvPr>
          <p:cNvGrpSpPr/>
          <p:nvPr/>
        </p:nvGrpSpPr>
        <p:grpSpPr>
          <a:xfrm>
            <a:off x="-18695936" y="4973638"/>
            <a:ext cx="71050150" cy="5559726"/>
            <a:chOff x="-2705100" y="-3675363"/>
            <a:chExt cx="71050150" cy="5559726"/>
          </a:xfrm>
        </p:grpSpPr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3E351E7D-AAEB-47F6-949C-E78E28535225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16" name="Kép 15">
                <a:extLst>
                  <a:ext uri="{FF2B5EF4-FFF2-40B4-BE49-F238E27FC236}">
                    <a16:creationId xmlns:a16="http://schemas.microsoft.com/office/drawing/2014/main" id="{5E652E9D-3AEB-4A61-9437-14AD32187E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7" name="Kép 16">
                <a:extLst>
                  <a:ext uri="{FF2B5EF4-FFF2-40B4-BE49-F238E27FC236}">
                    <a16:creationId xmlns:a16="http://schemas.microsoft.com/office/drawing/2014/main" id="{517538F7-C424-44B9-9B18-9EF0F0F93E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3" name="Csoportba foglalás 12">
              <a:extLst>
                <a:ext uri="{FF2B5EF4-FFF2-40B4-BE49-F238E27FC236}">
                  <a16:creationId xmlns:a16="http://schemas.microsoft.com/office/drawing/2014/main" id="{841903F0-71E9-4BD8-B6FB-2774B00203B7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4" name="Kép 13">
                <a:extLst>
                  <a:ext uri="{FF2B5EF4-FFF2-40B4-BE49-F238E27FC236}">
                    <a16:creationId xmlns:a16="http://schemas.microsoft.com/office/drawing/2014/main" id="{729DDB1F-24A3-48F9-9FE4-DFCEF4F9A3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5" name="Kép 14">
                <a:extLst>
                  <a:ext uri="{FF2B5EF4-FFF2-40B4-BE49-F238E27FC236}">
                    <a16:creationId xmlns:a16="http://schemas.microsoft.com/office/drawing/2014/main" id="{EDD1BDA4-CA10-4B17-BA4D-80D703DCE7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sp>
        <p:nvSpPr>
          <p:cNvPr id="26" name="Cím 1">
            <a:extLst>
              <a:ext uri="{FF2B5EF4-FFF2-40B4-BE49-F238E27FC236}">
                <a16:creationId xmlns:a16="http://schemas.microsoft.com/office/drawing/2014/main" id="{570A6F7B-0A83-415B-8CD7-4EA31F27BE9B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62230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000" b="1" u="sng" dirty="0"/>
              <a:t>A projectről</a:t>
            </a:r>
          </a:p>
        </p:txBody>
      </p:sp>
      <p:sp>
        <p:nvSpPr>
          <p:cNvPr id="27" name="Tartalom helye 2">
            <a:extLst>
              <a:ext uri="{FF2B5EF4-FFF2-40B4-BE49-F238E27FC236}">
                <a16:creationId xmlns:a16="http://schemas.microsoft.com/office/drawing/2014/main" id="{EBC619A1-44B8-495E-A9A0-D55BDF5F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90" y="1690688"/>
            <a:ext cx="5470248" cy="4351338"/>
          </a:xfrm>
        </p:spPr>
        <p:txBody>
          <a:bodyPr>
            <a:normAutofit/>
          </a:bodyPr>
          <a:lstStyle/>
          <a:p>
            <a:pPr algn="just"/>
            <a:r>
              <a:rPr lang="hu-HU" sz="3600" dirty="0"/>
              <a:t>Programozónyelv: C#</a:t>
            </a:r>
          </a:p>
          <a:p>
            <a:pPr algn="just"/>
            <a:r>
              <a:rPr lang="hu-HU" sz="3600" dirty="0"/>
              <a:t>Konzolos alkalmazás</a:t>
            </a:r>
          </a:p>
          <a:p>
            <a:pPr algn="just"/>
            <a:r>
              <a:rPr lang="hu-HU" sz="3600" dirty="0"/>
              <a:t>Célja:</a:t>
            </a:r>
          </a:p>
          <a:p>
            <a:pPr lvl="1" algn="just"/>
            <a:r>
              <a:rPr lang="hu-HU" sz="2800" dirty="0"/>
              <a:t>Filmek keresése</a:t>
            </a:r>
          </a:p>
          <a:p>
            <a:pPr lvl="1" algn="just"/>
            <a:r>
              <a:rPr lang="hu-HU" sz="2800" dirty="0"/>
              <a:t>Filmek hozzáadása</a:t>
            </a:r>
          </a:p>
          <a:p>
            <a:pPr lvl="1" algn="just"/>
            <a:r>
              <a:rPr lang="hu-HU" sz="2800" dirty="0"/>
              <a:t>Filmek rendezése</a:t>
            </a:r>
          </a:p>
          <a:p>
            <a:pPr marL="457200" lvl="1" indent="0" algn="just">
              <a:buNone/>
            </a:pPr>
            <a:endParaRPr lang="hu-HU" sz="4000" dirty="0"/>
          </a:p>
          <a:p>
            <a:pPr algn="just"/>
            <a:endParaRPr lang="hu-HU" dirty="0"/>
          </a:p>
        </p:txBody>
      </p:sp>
      <p:pic>
        <p:nvPicPr>
          <p:cNvPr id="25" name="Kép 24">
            <a:extLst>
              <a:ext uri="{FF2B5EF4-FFF2-40B4-BE49-F238E27FC236}">
                <a16:creationId xmlns:a16="http://schemas.microsoft.com/office/drawing/2014/main" id="{915B7ECC-C632-467C-8930-87990425B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6739" y="661987"/>
            <a:ext cx="7353300" cy="5534025"/>
          </a:xfrm>
          <a:prstGeom prst="rect">
            <a:avLst/>
          </a:prstGeom>
        </p:spPr>
      </p:pic>
      <p:pic>
        <p:nvPicPr>
          <p:cNvPr id="29" name="Kép 28">
            <a:extLst>
              <a:ext uri="{FF2B5EF4-FFF2-40B4-BE49-F238E27FC236}">
                <a16:creationId xmlns:a16="http://schemas.microsoft.com/office/drawing/2014/main" id="{F905EA01-2A5C-4ED1-A4A4-D57A5C39A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36261" y="2189164"/>
            <a:ext cx="8085096" cy="5384800"/>
          </a:xfrm>
          <a:prstGeom prst="rect">
            <a:avLst/>
          </a:prstGeom>
        </p:spPr>
      </p:pic>
      <p:pic>
        <p:nvPicPr>
          <p:cNvPr id="23" name="Picture 2" descr="Project - Free business and finance icons">
            <a:extLst>
              <a:ext uri="{FF2B5EF4-FFF2-40B4-BE49-F238E27FC236}">
                <a16:creationId xmlns:a16="http://schemas.microsoft.com/office/drawing/2014/main" id="{74F849B2-8EC9-42D5-A980-E53D6757F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037" y="1198563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6573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CFDABF85-49EA-4390-8D9F-9DFB239743A7}"/>
              </a:ext>
            </a:extLst>
          </p:cNvPr>
          <p:cNvGrpSpPr/>
          <p:nvPr/>
        </p:nvGrpSpPr>
        <p:grpSpPr>
          <a:xfrm>
            <a:off x="-26853126" y="-3675363"/>
            <a:ext cx="71050150" cy="5559726"/>
            <a:chOff x="-2705100" y="-3675363"/>
            <a:chExt cx="71050150" cy="5559726"/>
          </a:xfrm>
        </p:grpSpPr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C6A1E5FC-0DC8-40D7-847B-E0FD25119594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9" name="Kép 8">
                <a:extLst>
                  <a:ext uri="{FF2B5EF4-FFF2-40B4-BE49-F238E27FC236}">
                    <a16:creationId xmlns:a16="http://schemas.microsoft.com/office/drawing/2014/main" id="{DCF82546-6B95-49AE-A40E-2FF820DAE1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0" name="Kép 9">
                <a:extLst>
                  <a:ext uri="{FF2B5EF4-FFF2-40B4-BE49-F238E27FC236}">
                    <a16:creationId xmlns:a16="http://schemas.microsoft.com/office/drawing/2014/main" id="{EA4670FB-F25E-48C6-A063-7A12E300FC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DD6BEEA8-DE73-428A-BB7C-3341B995EAAA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7" name="Kép 6">
                <a:extLst>
                  <a:ext uri="{FF2B5EF4-FFF2-40B4-BE49-F238E27FC236}">
                    <a16:creationId xmlns:a16="http://schemas.microsoft.com/office/drawing/2014/main" id="{334E1836-C3D1-412F-9859-F8DC1DCFF8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8" name="Kép 7">
                <a:extLst>
                  <a:ext uri="{FF2B5EF4-FFF2-40B4-BE49-F238E27FC236}">
                    <a16:creationId xmlns:a16="http://schemas.microsoft.com/office/drawing/2014/main" id="{FF1FF729-CEDF-469E-B485-475428305FE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E9B4FCB2-DEB3-43F6-98CE-BA2BDBE0BBEB}"/>
              </a:ext>
            </a:extLst>
          </p:cNvPr>
          <p:cNvGrpSpPr/>
          <p:nvPr/>
        </p:nvGrpSpPr>
        <p:grpSpPr>
          <a:xfrm>
            <a:off x="-26700726" y="4973638"/>
            <a:ext cx="71050150" cy="5559726"/>
            <a:chOff x="-2705100" y="-3675363"/>
            <a:chExt cx="71050150" cy="5559726"/>
          </a:xfrm>
        </p:grpSpPr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3E351E7D-AAEB-47F6-949C-E78E28535225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16" name="Kép 15">
                <a:extLst>
                  <a:ext uri="{FF2B5EF4-FFF2-40B4-BE49-F238E27FC236}">
                    <a16:creationId xmlns:a16="http://schemas.microsoft.com/office/drawing/2014/main" id="{5E652E9D-3AEB-4A61-9437-14AD32187E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7" name="Kép 16">
                <a:extLst>
                  <a:ext uri="{FF2B5EF4-FFF2-40B4-BE49-F238E27FC236}">
                    <a16:creationId xmlns:a16="http://schemas.microsoft.com/office/drawing/2014/main" id="{517538F7-C424-44B9-9B18-9EF0F0F93E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3" name="Csoportba foglalás 12">
              <a:extLst>
                <a:ext uri="{FF2B5EF4-FFF2-40B4-BE49-F238E27FC236}">
                  <a16:creationId xmlns:a16="http://schemas.microsoft.com/office/drawing/2014/main" id="{841903F0-71E9-4BD8-B6FB-2774B00203B7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4" name="Kép 13">
                <a:extLst>
                  <a:ext uri="{FF2B5EF4-FFF2-40B4-BE49-F238E27FC236}">
                    <a16:creationId xmlns:a16="http://schemas.microsoft.com/office/drawing/2014/main" id="{729DDB1F-24A3-48F9-9FE4-DFCEF4F9A3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5" name="Kép 14">
                <a:extLst>
                  <a:ext uri="{FF2B5EF4-FFF2-40B4-BE49-F238E27FC236}">
                    <a16:creationId xmlns:a16="http://schemas.microsoft.com/office/drawing/2014/main" id="{EDD1BDA4-CA10-4B17-BA4D-80D703DCE7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7F4FF527-85DF-4C15-BB85-46B67A162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261" y="2779712"/>
            <a:ext cx="3593187" cy="1325563"/>
          </a:xfrm>
        </p:spPr>
        <p:txBody>
          <a:bodyPr>
            <a:normAutofit/>
          </a:bodyPr>
          <a:lstStyle/>
          <a:p>
            <a:r>
              <a:rPr lang="hu-HU" sz="4000" b="1" dirty="0"/>
              <a:t>UML diagram:</a:t>
            </a:r>
          </a:p>
        </p:txBody>
      </p:sp>
      <p:pic>
        <p:nvPicPr>
          <p:cNvPr id="27" name="Kép 26">
            <a:extLst>
              <a:ext uri="{FF2B5EF4-FFF2-40B4-BE49-F238E27FC236}">
                <a16:creationId xmlns:a16="http://schemas.microsoft.com/office/drawing/2014/main" id="{AFD0AF25-034B-4F61-979D-7821BE025DC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737554" y="-18537459"/>
            <a:ext cx="26484265" cy="10246160"/>
          </a:xfrm>
          <a:prstGeom prst="rect">
            <a:avLst/>
          </a:prstGeom>
        </p:spPr>
      </p:pic>
      <p:pic>
        <p:nvPicPr>
          <p:cNvPr id="30" name="Picture 2" descr="Add, movie, new, play, player, plus, video icon - Download on Iconfinder">
            <a:extLst>
              <a:ext uri="{FF2B5EF4-FFF2-40B4-BE49-F238E27FC236}">
                <a16:creationId xmlns:a16="http://schemas.microsoft.com/office/drawing/2014/main" id="{127051FC-EFDF-40A6-857E-E6B138CB4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-20688300"/>
            <a:ext cx="4000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Kép 17">
            <a:extLst>
              <a:ext uri="{FF2B5EF4-FFF2-40B4-BE49-F238E27FC236}">
                <a16:creationId xmlns:a16="http://schemas.microsoft.com/office/drawing/2014/main" id="{25DA7808-1418-407F-A95B-C1F57578B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0" y="661987"/>
            <a:ext cx="7353300" cy="5534025"/>
          </a:xfrm>
          <a:prstGeom prst="rect">
            <a:avLst/>
          </a:prstGeom>
        </p:spPr>
      </p:pic>
      <p:sp>
        <p:nvSpPr>
          <p:cNvPr id="26" name="Cím 1">
            <a:extLst>
              <a:ext uri="{FF2B5EF4-FFF2-40B4-BE49-F238E27FC236}">
                <a16:creationId xmlns:a16="http://schemas.microsoft.com/office/drawing/2014/main" id="{1B9ADA33-A783-442B-A4A9-22FB672FE9BF}"/>
              </a:ext>
            </a:extLst>
          </p:cNvPr>
          <p:cNvSpPr txBox="1">
            <a:spLocks/>
          </p:cNvSpPr>
          <p:nvPr/>
        </p:nvSpPr>
        <p:spPr>
          <a:xfrm>
            <a:off x="-14808832" y="365125"/>
            <a:ext cx="62230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000" u="sng" dirty="0"/>
              <a:t>A projectről</a:t>
            </a:r>
          </a:p>
        </p:txBody>
      </p:sp>
      <p:sp>
        <p:nvSpPr>
          <p:cNvPr id="28" name="Tartalom helye 2">
            <a:extLst>
              <a:ext uri="{FF2B5EF4-FFF2-40B4-BE49-F238E27FC236}">
                <a16:creationId xmlns:a16="http://schemas.microsoft.com/office/drawing/2014/main" id="{0360093E-53B7-4E2B-AB94-5CDF3EE21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5211241" y="1690688"/>
            <a:ext cx="5470248" cy="4351338"/>
          </a:xfrm>
        </p:spPr>
        <p:txBody>
          <a:bodyPr>
            <a:normAutofit/>
          </a:bodyPr>
          <a:lstStyle/>
          <a:p>
            <a:r>
              <a:rPr lang="hu-HU" sz="3600" dirty="0"/>
              <a:t>Programozónyelv: C#</a:t>
            </a:r>
          </a:p>
          <a:p>
            <a:r>
              <a:rPr lang="hu-HU" sz="3600" dirty="0"/>
              <a:t>Konzolos alkalmazás</a:t>
            </a:r>
          </a:p>
          <a:p>
            <a:r>
              <a:rPr lang="hu-HU" sz="3600" dirty="0"/>
              <a:t>Filmek</a:t>
            </a:r>
          </a:p>
          <a:p>
            <a:pPr lvl="1"/>
            <a:r>
              <a:rPr lang="hu-HU" sz="2800" dirty="0"/>
              <a:t>Keresése</a:t>
            </a:r>
          </a:p>
          <a:p>
            <a:pPr lvl="1"/>
            <a:r>
              <a:rPr lang="hu-HU" sz="2800" dirty="0"/>
              <a:t>Hozzáadása</a:t>
            </a:r>
          </a:p>
          <a:p>
            <a:pPr lvl="1"/>
            <a:r>
              <a:rPr lang="hu-HU" sz="2800" dirty="0"/>
              <a:t>Rendezése</a:t>
            </a:r>
          </a:p>
          <a:p>
            <a:pPr marL="457200" lvl="1" indent="0">
              <a:buNone/>
            </a:pPr>
            <a:endParaRPr lang="hu-HU" sz="4000" dirty="0"/>
          </a:p>
          <a:p>
            <a:endParaRPr lang="hu-HU" dirty="0"/>
          </a:p>
        </p:txBody>
      </p:sp>
      <p:pic>
        <p:nvPicPr>
          <p:cNvPr id="32" name="Picture 2" descr="Project - Free business and finance icons">
            <a:extLst>
              <a:ext uri="{FF2B5EF4-FFF2-40B4-BE49-F238E27FC236}">
                <a16:creationId xmlns:a16="http://schemas.microsoft.com/office/drawing/2014/main" id="{0FD09FC3-B27F-4C83-88E1-34320700E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83372" y="1198563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715EF535-C59F-4BEF-94D7-62A8B60632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162" y="-15141283"/>
            <a:ext cx="2790832" cy="27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89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Kép 29">
            <a:extLst>
              <a:ext uri="{FF2B5EF4-FFF2-40B4-BE49-F238E27FC236}">
                <a16:creationId xmlns:a16="http://schemas.microsoft.com/office/drawing/2014/main" id="{B8135B36-E0A9-4579-97C9-440843AFC4E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737554" y="-6421659"/>
            <a:ext cx="26484265" cy="10093760"/>
          </a:xfrm>
          <a:prstGeom prst="rect">
            <a:avLst/>
          </a:prstGeom>
        </p:spPr>
      </p:pic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CFDABF85-49EA-4390-8D9F-9DFB239743A7}"/>
              </a:ext>
            </a:extLst>
          </p:cNvPr>
          <p:cNvGrpSpPr/>
          <p:nvPr/>
        </p:nvGrpSpPr>
        <p:grpSpPr>
          <a:xfrm>
            <a:off x="-30470474" y="-3675363"/>
            <a:ext cx="71050150" cy="5559726"/>
            <a:chOff x="-2705100" y="-3675363"/>
            <a:chExt cx="71050150" cy="5559726"/>
          </a:xfrm>
        </p:grpSpPr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C6A1E5FC-0DC8-40D7-847B-E0FD25119594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9" name="Kép 8">
                <a:extLst>
                  <a:ext uri="{FF2B5EF4-FFF2-40B4-BE49-F238E27FC236}">
                    <a16:creationId xmlns:a16="http://schemas.microsoft.com/office/drawing/2014/main" id="{DCF82546-6B95-49AE-A40E-2FF820DAE1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0" name="Kép 9">
                <a:extLst>
                  <a:ext uri="{FF2B5EF4-FFF2-40B4-BE49-F238E27FC236}">
                    <a16:creationId xmlns:a16="http://schemas.microsoft.com/office/drawing/2014/main" id="{EA4670FB-F25E-48C6-A063-7A12E300FC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DD6BEEA8-DE73-428A-BB7C-3341B995EAAA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7" name="Kép 6">
                <a:extLst>
                  <a:ext uri="{FF2B5EF4-FFF2-40B4-BE49-F238E27FC236}">
                    <a16:creationId xmlns:a16="http://schemas.microsoft.com/office/drawing/2014/main" id="{334E1836-C3D1-412F-9859-F8DC1DCFF8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8" name="Kép 7">
                <a:extLst>
                  <a:ext uri="{FF2B5EF4-FFF2-40B4-BE49-F238E27FC236}">
                    <a16:creationId xmlns:a16="http://schemas.microsoft.com/office/drawing/2014/main" id="{FF1FF729-CEDF-469E-B485-475428305FE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E9B4FCB2-DEB3-43F6-98CE-BA2BDBE0BBEB}"/>
              </a:ext>
            </a:extLst>
          </p:cNvPr>
          <p:cNvGrpSpPr/>
          <p:nvPr/>
        </p:nvGrpSpPr>
        <p:grpSpPr>
          <a:xfrm>
            <a:off x="-30318074" y="4973638"/>
            <a:ext cx="71050150" cy="5559726"/>
            <a:chOff x="-2705100" y="-3675363"/>
            <a:chExt cx="71050150" cy="5559726"/>
          </a:xfrm>
        </p:grpSpPr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3E351E7D-AAEB-47F6-949C-E78E28535225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16" name="Kép 15">
                <a:extLst>
                  <a:ext uri="{FF2B5EF4-FFF2-40B4-BE49-F238E27FC236}">
                    <a16:creationId xmlns:a16="http://schemas.microsoft.com/office/drawing/2014/main" id="{5E652E9D-3AEB-4A61-9437-14AD32187E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7" name="Kép 16">
                <a:extLst>
                  <a:ext uri="{FF2B5EF4-FFF2-40B4-BE49-F238E27FC236}">
                    <a16:creationId xmlns:a16="http://schemas.microsoft.com/office/drawing/2014/main" id="{517538F7-C424-44B9-9B18-9EF0F0F93E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3" name="Csoportba foglalás 12">
              <a:extLst>
                <a:ext uri="{FF2B5EF4-FFF2-40B4-BE49-F238E27FC236}">
                  <a16:creationId xmlns:a16="http://schemas.microsoft.com/office/drawing/2014/main" id="{841903F0-71E9-4BD8-B6FB-2774B00203B7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4" name="Kép 13">
                <a:extLst>
                  <a:ext uri="{FF2B5EF4-FFF2-40B4-BE49-F238E27FC236}">
                    <a16:creationId xmlns:a16="http://schemas.microsoft.com/office/drawing/2014/main" id="{729DDB1F-24A3-48F9-9FE4-DFCEF4F9A3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5" name="Kép 14">
                <a:extLst>
                  <a:ext uri="{FF2B5EF4-FFF2-40B4-BE49-F238E27FC236}">
                    <a16:creationId xmlns:a16="http://schemas.microsoft.com/office/drawing/2014/main" id="{EDD1BDA4-CA10-4B17-BA4D-80D703DCE7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pic>
        <p:nvPicPr>
          <p:cNvPr id="19" name="Kép 18">
            <a:extLst>
              <a:ext uri="{FF2B5EF4-FFF2-40B4-BE49-F238E27FC236}">
                <a16:creationId xmlns:a16="http://schemas.microsoft.com/office/drawing/2014/main" id="{259C6A4F-3A1C-4265-81DB-94B14AE27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92454" y="709612"/>
            <a:ext cx="7724775" cy="5438775"/>
          </a:xfrm>
          <a:prstGeom prst="rect">
            <a:avLst/>
          </a:prstGeom>
        </p:spPr>
      </p:pic>
      <p:sp>
        <p:nvSpPr>
          <p:cNvPr id="26" name="Cím 1">
            <a:extLst>
              <a:ext uri="{FF2B5EF4-FFF2-40B4-BE49-F238E27FC236}">
                <a16:creationId xmlns:a16="http://schemas.microsoft.com/office/drawing/2014/main" id="{570A6F7B-0A83-415B-8CD7-4EA31F27BE9B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62230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000" b="1" u="sng" dirty="0"/>
              <a:t>Fő funkciók: Keresés</a:t>
            </a:r>
          </a:p>
        </p:txBody>
      </p:sp>
      <p:pic>
        <p:nvPicPr>
          <p:cNvPr id="20" name="Kép 19">
            <a:extLst>
              <a:ext uri="{FF2B5EF4-FFF2-40B4-BE49-F238E27FC236}">
                <a16:creationId xmlns:a16="http://schemas.microsoft.com/office/drawing/2014/main" id="{432F96BA-DC99-4C2A-962A-5C17E5D23E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162" y="2016425"/>
            <a:ext cx="2790832" cy="2790832"/>
          </a:xfrm>
          <a:prstGeom prst="rect">
            <a:avLst/>
          </a:prstGeom>
        </p:spPr>
      </p:pic>
      <p:sp>
        <p:nvSpPr>
          <p:cNvPr id="27" name="Tartalom helye 2">
            <a:extLst>
              <a:ext uri="{FF2B5EF4-FFF2-40B4-BE49-F238E27FC236}">
                <a16:creationId xmlns:a16="http://schemas.microsoft.com/office/drawing/2014/main" id="{EBC619A1-44B8-495E-A9A0-D55BDF5F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90" y="1690688"/>
            <a:ext cx="5470248" cy="4351338"/>
          </a:xfrm>
        </p:spPr>
        <p:txBody>
          <a:bodyPr>
            <a:normAutofit/>
          </a:bodyPr>
          <a:lstStyle/>
          <a:p>
            <a:pPr algn="just"/>
            <a:r>
              <a:rPr lang="hu-HU" sz="3600" b="1" dirty="0"/>
              <a:t>Filmek keresése:</a:t>
            </a:r>
          </a:p>
          <a:p>
            <a:pPr lvl="1" algn="just"/>
            <a:r>
              <a:rPr lang="hu-HU" sz="2800" dirty="0"/>
              <a:t>Név alapján</a:t>
            </a:r>
          </a:p>
          <a:p>
            <a:pPr lvl="1" algn="just"/>
            <a:r>
              <a:rPr lang="hu-HU" sz="2800" dirty="0"/>
              <a:t>Rendező alapján</a:t>
            </a:r>
          </a:p>
          <a:p>
            <a:pPr lvl="1" algn="just"/>
            <a:r>
              <a:rPr lang="hu-HU" sz="2800" dirty="0"/>
              <a:t>Év alapján</a:t>
            </a:r>
          </a:p>
          <a:p>
            <a:pPr algn="just"/>
            <a:r>
              <a:rPr lang="hu-HU" sz="3600" b="1" dirty="0"/>
              <a:t>Rendezők keresése:</a:t>
            </a:r>
          </a:p>
          <a:p>
            <a:pPr lvl="1" algn="just"/>
            <a:r>
              <a:rPr lang="hu-HU" sz="2800" dirty="0"/>
              <a:t>Film alapján</a:t>
            </a:r>
          </a:p>
          <a:p>
            <a:pPr lvl="1" algn="just"/>
            <a:r>
              <a:rPr lang="hu-HU" sz="2800" dirty="0"/>
              <a:t>Stílus/Műfaj alapján</a:t>
            </a:r>
          </a:p>
          <a:p>
            <a:pPr marL="457200" lvl="1" indent="0" algn="just">
              <a:buNone/>
            </a:pPr>
            <a:endParaRPr lang="hu-HU" sz="4000" dirty="0"/>
          </a:p>
          <a:p>
            <a:pPr algn="just"/>
            <a:endParaRPr lang="hu-HU" dirty="0"/>
          </a:p>
        </p:txBody>
      </p:sp>
      <p:pic>
        <p:nvPicPr>
          <p:cNvPr id="1026" name="Picture 2" descr="Add, movie, new, play, player, plus, video icon - Download on Iconfinder">
            <a:extLst>
              <a:ext uri="{FF2B5EF4-FFF2-40B4-BE49-F238E27FC236}">
                <a16:creationId xmlns:a16="http://schemas.microsoft.com/office/drawing/2014/main" id="{3DBA21CB-E6B5-46A0-A868-30D3FCE1B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-3543300"/>
            <a:ext cx="4000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Cím 1">
            <a:extLst>
              <a:ext uri="{FF2B5EF4-FFF2-40B4-BE49-F238E27FC236}">
                <a16:creationId xmlns:a16="http://schemas.microsoft.com/office/drawing/2014/main" id="{BFC1FD9D-69AF-4737-AC52-CF85573619A9}"/>
              </a:ext>
            </a:extLst>
          </p:cNvPr>
          <p:cNvSpPr txBox="1">
            <a:spLocks/>
          </p:cNvSpPr>
          <p:nvPr/>
        </p:nvSpPr>
        <p:spPr>
          <a:xfrm>
            <a:off x="-15886242" y="2779712"/>
            <a:ext cx="35931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000" dirty="0"/>
              <a:t>UML diagram:</a:t>
            </a:r>
          </a:p>
        </p:txBody>
      </p:sp>
    </p:spTree>
    <p:extLst>
      <p:ext uri="{BB962C8B-B14F-4D97-AF65-F5344CB8AC3E}">
        <p14:creationId xmlns:p14="http://schemas.microsoft.com/office/powerpoint/2010/main" val="385284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46AF655E-9B6F-4504-BD9B-63439D36BD73}"/>
              </a:ext>
            </a:extLst>
          </p:cNvPr>
          <p:cNvGrpSpPr/>
          <p:nvPr/>
        </p:nvGrpSpPr>
        <p:grpSpPr>
          <a:xfrm>
            <a:off x="-30470474" y="-3675363"/>
            <a:ext cx="71050150" cy="5559726"/>
            <a:chOff x="-2705100" y="-3675363"/>
            <a:chExt cx="71050150" cy="5559726"/>
          </a:xfrm>
        </p:grpSpPr>
        <p:grpSp>
          <p:nvGrpSpPr>
            <p:cNvPr id="41" name="Csoportba foglalás 40">
              <a:extLst>
                <a:ext uri="{FF2B5EF4-FFF2-40B4-BE49-F238E27FC236}">
                  <a16:creationId xmlns:a16="http://schemas.microsoft.com/office/drawing/2014/main" id="{B3E2F4F5-7A69-4868-86DF-F903A9D69792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45" name="Kép 44">
                <a:extLst>
                  <a:ext uri="{FF2B5EF4-FFF2-40B4-BE49-F238E27FC236}">
                    <a16:creationId xmlns:a16="http://schemas.microsoft.com/office/drawing/2014/main" id="{8C46237F-DADE-4A5A-8E6E-1EF2C937693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46" name="Kép 45">
                <a:extLst>
                  <a:ext uri="{FF2B5EF4-FFF2-40B4-BE49-F238E27FC236}">
                    <a16:creationId xmlns:a16="http://schemas.microsoft.com/office/drawing/2014/main" id="{D0341A0C-D07F-4D07-A522-CEA8C5040879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42" name="Csoportba foglalás 41">
              <a:extLst>
                <a:ext uri="{FF2B5EF4-FFF2-40B4-BE49-F238E27FC236}">
                  <a16:creationId xmlns:a16="http://schemas.microsoft.com/office/drawing/2014/main" id="{A5D3BBB6-37F5-428B-BA99-704E4027E183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43" name="Kép 42">
                <a:extLst>
                  <a:ext uri="{FF2B5EF4-FFF2-40B4-BE49-F238E27FC236}">
                    <a16:creationId xmlns:a16="http://schemas.microsoft.com/office/drawing/2014/main" id="{110D9FE6-0630-4655-9230-13595C599BF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44" name="Kép 43">
                <a:extLst>
                  <a:ext uri="{FF2B5EF4-FFF2-40B4-BE49-F238E27FC236}">
                    <a16:creationId xmlns:a16="http://schemas.microsoft.com/office/drawing/2014/main" id="{370EB52F-1CF3-44BE-AED6-82BE6CD7A5C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pic>
        <p:nvPicPr>
          <p:cNvPr id="33" name="Kép 32">
            <a:extLst>
              <a:ext uri="{FF2B5EF4-FFF2-40B4-BE49-F238E27FC236}">
                <a16:creationId xmlns:a16="http://schemas.microsoft.com/office/drawing/2014/main" id="{D785A96F-28CC-4079-A3D1-5F20CC01F6D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737554" y="-1354359"/>
            <a:ext cx="26484265" cy="10169960"/>
          </a:xfrm>
          <a:prstGeom prst="rect">
            <a:avLst/>
          </a:prstGeom>
        </p:spPr>
      </p:pic>
      <p:pic>
        <p:nvPicPr>
          <p:cNvPr id="34" name="Kép 33">
            <a:extLst>
              <a:ext uri="{FF2B5EF4-FFF2-40B4-BE49-F238E27FC236}">
                <a16:creationId xmlns:a16="http://schemas.microsoft.com/office/drawing/2014/main" id="{5BABD8F6-54EA-4255-A667-DAC3DF12F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682" y="6989760"/>
            <a:ext cx="3241679" cy="3241679"/>
          </a:xfrm>
          <a:prstGeom prst="rect">
            <a:avLst/>
          </a:prstGeom>
        </p:spPr>
      </p:pic>
      <p:pic>
        <p:nvPicPr>
          <p:cNvPr id="35" name="Picture 2" descr="Add, movie, new, play, player, plus, video icon - Download on Iconfinder">
            <a:extLst>
              <a:ext uri="{FF2B5EF4-FFF2-40B4-BE49-F238E27FC236}">
                <a16:creationId xmlns:a16="http://schemas.microsoft.com/office/drawing/2014/main" id="{149599F5-F87C-434F-937A-A26571C39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62100"/>
            <a:ext cx="4000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artalom helye 2">
            <a:extLst>
              <a:ext uri="{FF2B5EF4-FFF2-40B4-BE49-F238E27FC236}">
                <a16:creationId xmlns:a16="http://schemas.microsoft.com/office/drawing/2014/main" id="{C4D44212-6F95-6A90-7A0D-2B657B00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90" y="1690687"/>
            <a:ext cx="5470248" cy="4802187"/>
          </a:xfrm>
        </p:spPr>
        <p:txBody>
          <a:bodyPr>
            <a:normAutofit/>
          </a:bodyPr>
          <a:lstStyle/>
          <a:p>
            <a:pPr algn="just"/>
            <a:r>
              <a:rPr lang="hu-HU" sz="3600" b="1" dirty="0"/>
              <a:t>Alap adatok:</a:t>
            </a:r>
          </a:p>
          <a:p>
            <a:pPr lvl="2" algn="just"/>
            <a:r>
              <a:rPr lang="hu-HU" sz="2800" dirty="0"/>
              <a:t>Film cím</a:t>
            </a:r>
          </a:p>
          <a:p>
            <a:pPr lvl="2" algn="just"/>
            <a:r>
              <a:rPr lang="hu-HU" sz="2800" dirty="0"/>
              <a:t>Megjelenési év</a:t>
            </a:r>
          </a:p>
          <a:p>
            <a:pPr lvl="2" algn="just"/>
            <a:r>
              <a:rPr lang="hu-HU" sz="2800" dirty="0"/>
              <a:t>Film műfaj</a:t>
            </a:r>
          </a:p>
          <a:p>
            <a:pPr lvl="2" algn="just"/>
            <a:r>
              <a:rPr lang="hu-HU" sz="2800" dirty="0"/>
              <a:t>Rendező név</a:t>
            </a:r>
          </a:p>
          <a:p>
            <a:pPr lvl="2" algn="just"/>
            <a:r>
              <a:rPr lang="hu-HU" sz="2800" dirty="0"/>
              <a:t>Zeneszerző név</a:t>
            </a:r>
          </a:p>
          <a:p>
            <a:pPr lvl="2" algn="just"/>
            <a:r>
              <a:rPr lang="hu-HU" sz="2800" dirty="0"/>
              <a:t>Film költségvetés</a:t>
            </a:r>
          </a:p>
          <a:p>
            <a:pPr lvl="2" algn="just"/>
            <a:r>
              <a:rPr lang="hu-HU" sz="2800" dirty="0"/>
              <a:t>Film bevétel</a:t>
            </a:r>
          </a:p>
          <a:p>
            <a:pPr algn="just"/>
            <a:r>
              <a:rPr lang="hu-HU" sz="3600" b="1" dirty="0"/>
              <a:t>Osztályhoz kötött adatok</a:t>
            </a:r>
            <a:endParaRPr lang="hu-HU" sz="2800" b="1" dirty="0"/>
          </a:p>
          <a:p>
            <a:pPr lvl="2" algn="just"/>
            <a:endParaRPr lang="hu-HU" sz="2800" dirty="0"/>
          </a:p>
          <a:p>
            <a:pPr lvl="1" algn="just"/>
            <a:endParaRPr lang="hu-HU" sz="3200" dirty="0"/>
          </a:p>
          <a:p>
            <a:pPr lvl="1" algn="just"/>
            <a:endParaRPr lang="hu-HU" sz="3200" dirty="0"/>
          </a:p>
          <a:p>
            <a:pPr algn="just"/>
            <a:endParaRPr lang="hu-HU" sz="3600" dirty="0"/>
          </a:p>
          <a:p>
            <a:pPr algn="just"/>
            <a:endParaRPr lang="hu-HU" sz="3600" dirty="0"/>
          </a:p>
          <a:p>
            <a:pPr algn="just"/>
            <a:endParaRPr lang="hu-HU" sz="3600" dirty="0"/>
          </a:p>
          <a:p>
            <a:pPr algn="just"/>
            <a:endParaRPr lang="hu-HU" sz="3600" dirty="0"/>
          </a:p>
          <a:p>
            <a:pPr algn="just"/>
            <a:endParaRPr lang="hu-HU" dirty="0"/>
          </a:p>
        </p:txBody>
      </p:sp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B1A673C6-C5DB-49A3-AC1B-0A4F0E977A58}"/>
              </a:ext>
            </a:extLst>
          </p:cNvPr>
          <p:cNvGrpSpPr/>
          <p:nvPr/>
        </p:nvGrpSpPr>
        <p:grpSpPr>
          <a:xfrm>
            <a:off x="-30318074" y="4973638"/>
            <a:ext cx="71050150" cy="5559726"/>
            <a:chOff x="-2705100" y="-3675363"/>
            <a:chExt cx="71050150" cy="5559726"/>
          </a:xfrm>
        </p:grpSpPr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34752471-16E8-4CF8-A7D3-4AF344362F95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52" name="Kép 51">
                <a:extLst>
                  <a:ext uri="{FF2B5EF4-FFF2-40B4-BE49-F238E27FC236}">
                    <a16:creationId xmlns:a16="http://schemas.microsoft.com/office/drawing/2014/main" id="{D369ADF3-7F20-4536-9A7F-1B45999111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53" name="Kép 52">
                <a:extLst>
                  <a:ext uri="{FF2B5EF4-FFF2-40B4-BE49-F238E27FC236}">
                    <a16:creationId xmlns:a16="http://schemas.microsoft.com/office/drawing/2014/main" id="{9D447E18-A9F7-42C5-94B8-1453EDD795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49" name="Csoportba foglalás 48">
              <a:extLst>
                <a:ext uri="{FF2B5EF4-FFF2-40B4-BE49-F238E27FC236}">
                  <a16:creationId xmlns:a16="http://schemas.microsoft.com/office/drawing/2014/main" id="{22F1971D-9625-481E-ACA6-2A2E4706B355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50" name="Kép 49">
                <a:extLst>
                  <a:ext uri="{FF2B5EF4-FFF2-40B4-BE49-F238E27FC236}">
                    <a16:creationId xmlns:a16="http://schemas.microsoft.com/office/drawing/2014/main" id="{CB6E3A43-1C76-4776-92EF-96A165ADBD3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51" name="Kép 50">
                <a:extLst>
                  <a:ext uri="{FF2B5EF4-FFF2-40B4-BE49-F238E27FC236}">
                    <a16:creationId xmlns:a16="http://schemas.microsoft.com/office/drawing/2014/main" id="{D5A0773C-AC98-48D9-98C7-AA3842D9254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A9E39F95-0DA8-3CB6-900F-EB1343BAE0D7}"/>
              </a:ext>
            </a:extLst>
          </p:cNvPr>
          <p:cNvSpPr txBox="1">
            <a:spLocks/>
          </p:cNvSpPr>
          <p:nvPr/>
        </p:nvSpPr>
        <p:spPr>
          <a:xfrm>
            <a:off x="62350" y="365125"/>
            <a:ext cx="67463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000" b="1" u="sng" dirty="0"/>
              <a:t>Fő funkciók: Új film felvétele</a:t>
            </a:r>
          </a:p>
        </p:txBody>
      </p:sp>
      <p:pic>
        <p:nvPicPr>
          <p:cNvPr id="22" name="Picture 2" descr="Download Free 2 person Icons in PNG &amp; SVG">
            <a:extLst>
              <a:ext uri="{FF2B5EF4-FFF2-40B4-BE49-F238E27FC236}">
                <a16:creationId xmlns:a16="http://schemas.microsoft.com/office/drawing/2014/main" id="{79746FC5-F017-46A8-8818-A7CE0531A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746" y="-6553921"/>
            <a:ext cx="2902795" cy="290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22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CFDABF85-49EA-4390-8D9F-9DFB239743A7}"/>
              </a:ext>
            </a:extLst>
          </p:cNvPr>
          <p:cNvGrpSpPr/>
          <p:nvPr/>
        </p:nvGrpSpPr>
        <p:grpSpPr>
          <a:xfrm>
            <a:off x="-37900796" y="-3675363"/>
            <a:ext cx="71050150" cy="5559726"/>
            <a:chOff x="-2705100" y="-3675363"/>
            <a:chExt cx="71050150" cy="5559726"/>
          </a:xfrm>
        </p:grpSpPr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C6A1E5FC-0DC8-40D7-847B-E0FD25119594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9" name="Kép 8">
                <a:extLst>
                  <a:ext uri="{FF2B5EF4-FFF2-40B4-BE49-F238E27FC236}">
                    <a16:creationId xmlns:a16="http://schemas.microsoft.com/office/drawing/2014/main" id="{DCF82546-6B95-49AE-A40E-2FF820DAE1F8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0" name="Kép 9">
                <a:extLst>
                  <a:ext uri="{FF2B5EF4-FFF2-40B4-BE49-F238E27FC236}">
                    <a16:creationId xmlns:a16="http://schemas.microsoft.com/office/drawing/2014/main" id="{EA4670FB-F25E-48C6-A063-7A12E300FC83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DD6BEEA8-DE73-428A-BB7C-3341B995EAAA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7" name="Kép 6">
                <a:extLst>
                  <a:ext uri="{FF2B5EF4-FFF2-40B4-BE49-F238E27FC236}">
                    <a16:creationId xmlns:a16="http://schemas.microsoft.com/office/drawing/2014/main" id="{334E1836-C3D1-412F-9859-F8DC1DCFF817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8" name="Kép 7">
                <a:extLst>
                  <a:ext uri="{FF2B5EF4-FFF2-40B4-BE49-F238E27FC236}">
                    <a16:creationId xmlns:a16="http://schemas.microsoft.com/office/drawing/2014/main" id="{FF1FF729-CEDF-469E-B485-475428305FE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E9B4FCB2-DEB3-43F6-98CE-BA2BDBE0BBEB}"/>
              </a:ext>
            </a:extLst>
          </p:cNvPr>
          <p:cNvGrpSpPr/>
          <p:nvPr/>
        </p:nvGrpSpPr>
        <p:grpSpPr>
          <a:xfrm>
            <a:off x="-37748396" y="4973638"/>
            <a:ext cx="71050150" cy="5559726"/>
            <a:chOff x="-2705100" y="-3675363"/>
            <a:chExt cx="71050150" cy="5559726"/>
          </a:xfrm>
        </p:grpSpPr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3E351E7D-AAEB-47F6-949C-E78E28535225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16" name="Kép 15">
                <a:extLst>
                  <a:ext uri="{FF2B5EF4-FFF2-40B4-BE49-F238E27FC236}">
                    <a16:creationId xmlns:a16="http://schemas.microsoft.com/office/drawing/2014/main" id="{5E652E9D-3AEB-4A61-9437-14AD32187EE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7" name="Kép 16">
                <a:extLst>
                  <a:ext uri="{FF2B5EF4-FFF2-40B4-BE49-F238E27FC236}">
                    <a16:creationId xmlns:a16="http://schemas.microsoft.com/office/drawing/2014/main" id="{517538F7-C424-44B9-9B18-9EF0F0F93EB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3" name="Csoportba foglalás 12">
              <a:extLst>
                <a:ext uri="{FF2B5EF4-FFF2-40B4-BE49-F238E27FC236}">
                  <a16:creationId xmlns:a16="http://schemas.microsoft.com/office/drawing/2014/main" id="{841903F0-71E9-4BD8-B6FB-2774B00203B7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4" name="Kép 13">
                <a:extLst>
                  <a:ext uri="{FF2B5EF4-FFF2-40B4-BE49-F238E27FC236}">
                    <a16:creationId xmlns:a16="http://schemas.microsoft.com/office/drawing/2014/main" id="{729DDB1F-24A3-48F9-9FE4-DFCEF4F9A31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5" name="Kép 14">
                <a:extLst>
                  <a:ext uri="{FF2B5EF4-FFF2-40B4-BE49-F238E27FC236}">
                    <a16:creationId xmlns:a16="http://schemas.microsoft.com/office/drawing/2014/main" id="{EDD1BDA4-CA10-4B17-BA4D-80D703DCE7E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sp>
        <p:nvSpPr>
          <p:cNvPr id="26" name="Cím 1">
            <a:extLst>
              <a:ext uri="{FF2B5EF4-FFF2-40B4-BE49-F238E27FC236}">
                <a16:creationId xmlns:a16="http://schemas.microsoft.com/office/drawing/2014/main" id="{570A6F7B-0A83-415B-8CD7-4EA31F27BE9B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4114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b="1" u="sng" dirty="0"/>
              <a:t>Csapat</a:t>
            </a:r>
          </a:p>
        </p:txBody>
      </p:sp>
      <p:sp>
        <p:nvSpPr>
          <p:cNvPr id="27" name="Tartalom helye 2">
            <a:extLst>
              <a:ext uri="{FF2B5EF4-FFF2-40B4-BE49-F238E27FC236}">
                <a16:creationId xmlns:a16="http://schemas.microsoft.com/office/drawing/2014/main" id="{EBC619A1-44B8-495E-A9A0-D55BDF5F8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174"/>
            <a:ext cx="4470400" cy="4768849"/>
          </a:xfrm>
        </p:spPr>
        <p:txBody>
          <a:bodyPr>
            <a:normAutofit/>
          </a:bodyPr>
          <a:lstStyle/>
          <a:p>
            <a:r>
              <a:rPr lang="hu-HU" sz="3600" dirty="0"/>
              <a:t>Csongor:</a:t>
            </a:r>
          </a:p>
          <a:p>
            <a:pPr lvl="1"/>
            <a:r>
              <a:rPr lang="hu-HU" sz="3200" dirty="0" err="1"/>
              <a:t>Program.cs</a:t>
            </a:r>
            <a:endParaRPr lang="hu-HU" sz="3200" dirty="0"/>
          </a:p>
          <a:p>
            <a:pPr lvl="1"/>
            <a:r>
              <a:rPr lang="hu-HU" sz="3200" dirty="0" err="1"/>
              <a:t>Movie.cs</a:t>
            </a:r>
            <a:endParaRPr lang="hu-HU" sz="3200" dirty="0"/>
          </a:p>
          <a:p>
            <a:pPr lvl="1"/>
            <a:r>
              <a:rPr lang="hu-HU" sz="3200" dirty="0" err="1"/>
              <a:t>MovieGenre.cs</a:t>
            </a:r>
            <a:endParaRPr lang="hu-HU" sz="3200" dirty="0"/>
          </a:p>
          <a:p>
            <a:r>
              <a:rPr lang="hu-HU" sz="3600" dirty="0" err="1"/>
              <a:t>Beni</a:t>
            </a:r>
            <a:r>
              <a:rPr lang="hu-HU" sz="3600" dirty="0"/>
              <a:t>:</a:t>
            </a:r>
          </a:p>
          <a:p>
            <a:pPr lvl="1"/>
            <a:r>
              <a:rPr lang="hu-HU" sz="3200" dirty="0" err="1"/>
              <a:t>Classok</a:t>
            </a:r>
            <a:r>
              <a:rPr lang="hu-HU" sz="3200" dirty="0"/>
              <a:t> létrehozása</a:t>
            </a:r>
          </a:p>
          <a:p>
            <a:pPr lvl="1"/>
            <a:r>
              <a:rPr lang="hu-HU" sz="3200" dirty="0" err="1"/>
              <a:t>PPt</a:t>
            </a:r>
            <a:endParaRPr lang="hu-HU" sz="3200" dirty="0"/>
          </a:p>
          <a:p>
            <a:pPr lvl="1"/>
            <a:r>
              <a:rPr lang="hu-HU" sz="3200" dirty="0"/>
              <a:t>Project leírás</a:t>
            </a:r>
          </a:p>
          <a:p>
            <a:pPr lvl="1"/>
            <a:r>
              <a:rPr lang="hu-HU" sz="3200" dirty="0"/>
              <a:t>UML diagram</a:t>
            </a:r>
          </a:p>
          <a:p>
            <a:endParaRPr lang="hu-HU" sz="3600" dirty="0"/>
          </a:p>
          <a:p>
            <a:endParaRPr lang="hu-HU" dirty="0"/>
          </a:p>
        </p:txBody>
      </p:sp>
      <p:pic>
        <p:nvPicPr>
          <p:cNvPr id="33" name="Kép 32">
            <a:extLst>
              <a:ext uri="{FF2B5EF4-FFF2-40B4-BE49-F238E27FC236}">
                <a16:creationId xmlns:a16="http://schemas.microsoft.com/office/drawing/2014/main" id="{D785A96F-28CC-4079-A3D1-5F20CC01F6DC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737554" y="3979641"/>
            <a:ext cx="26484265" cy="10017562"/>
          </a:xfrm>
          <a:prstGeom prst="rect">
            <a:avLst/>
          </a:prstGeom>
        </p:spPr>
      </p:pic>
      <p:pic>
        <p:nvPicPr>
          <p:cNvPr id="34" name="Kép 33">
            <a:extLst>
              <a:ext uri="{FF2B5EF4-FFF2-40B4-BE49-F238E27FC236}">
                <a16:creationId xmlns:a16="http://schemas.microsoft.com/office/drawing/2014/main" id="{5BABD8F6-54EA-4255-A667-DAC3DF12F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682" y="12247560"/>
            <a:ext cx="3241679" cy="3241679"/>
          </a:xfrm>
          <a:prstGeom prst="rect">
            <a:avLst/>
          </a:prstGeom>
        </p:spPr>
      </p:pic>
      <p:pic>
        <p:nvPicPr>
          <p:cNvPr id="35" name="Picture 2" descr="Add, movie, new, play, player, plus, video icon - Download on Iconfinder">
            <a:extLst>
              <a:ext uri="{FF2B5EF4-FFF2-40B4-BE49-F238E27FC236}">
                <a16:creationId xmlns:a16="http://schemas.microsoft.com/office/drawing/2014/main" id="{149599F5-F87C-434F-937A-A26571C39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6819900"/>
            <a:ext cx="40005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Download Free 2 person Icons in PNG &amp; SVG">
            <a:extLst>
              <a:ext uri="{FF2B5EF4-FFF2-40B4-BE49-F238E27FC236}">
                <a16:creationId xmlns:a16="http://schemas.microsoft.com/office/drawing/2014/main" id="{592BAFCF-B018-464A-9E30-E1B4EA11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746" y="2171700"/>
            <a:ext cx="2902795" cy="290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Csoportba foglalás 39">
            <a:extLst>
              <a:ext uri="{FF2B5EF4-FFF2-40B4-BE49-F238E27FC236}">
                <a16:creationId xmlns:a16="http://schemas.microsoft.com/office/drawing/2014/main" id="{6F43384B-C9A5-FC25-E5FE-A3E15E4FAF6B}"/>
              </a:ext>
            </a:extLst>
          </p:cNvPr>
          <p:cNvGrpSpPr/>
          <p:nvPr/>
        </p:nvGrpSpPr>
        <p:grpSpPr>
          <a:xfrm>
            <a:off x="11278014" y="9623876"/>
            <a:ext cx="6089374" cy="35731449"/>
            <a:chOff x="-3463820" y="-16808301"/>
            <a:chExt cx="6089374" cy="35731449"/>
          </a:xfrm>
        </p:grpSpPr>
        <p:pic>
          <p:nvPicPr>
            <p:cNvPr id="41" name="Kép 40" descr="A képen szöveg, képernyőkép, szoftver, Multimédiás szoftver látható&#10;&#10;Előfordulhat, hogy az AI által létrehozott tartalom helytelen.">
              <a:extLst>
                <a:ext uri="{FF2B5EF4-FFF2-40B4-BE49-F238E27FC236}">
                  <a16:creationId xmlns:a16="http://schemas.microsoft.com/office/drawing/2014/main" id="{111314F5-AEF9-B04B-7262-15C463D1C105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667501">
              <a:off x="89664" y="4799339"/>
              <a:ext cx="3402402" cy="1669378"/>
            </a:xfrm>
            <a:prstGeom prst="rect">
              <a:avLst/>
            </a:prstGeom>
          </p:spPr>
        </p:pic>
        <p:pic>
          <p:nvPicPr>
            <p:cNvPr id="42" name="Kép 41" descr="A képen szöveg, képernyőkép, Betűtípus, fekete-fehér látható&#10;&#10;Előfordulhat, hogy az AI által létrehozott tartalom helytelen.">
              <a:extLst>
                <a:ext uri="{FF2B5EF4-FFF2-40B4-BE49-F238E27FC236}">
                  <a16:creationId xmlns:a16="http://schemas.microsoft.com/office/drawing/2014/main" id="{EDA9D8EC-D346-3D53-5CA9-A4FA92B6D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15038">
              <a:off x="-1776914" y="1672576"/>
              <a:ext cx="3652315" cy="1864376"/>
            </a:xfrm>
            <a:prstGeom prst="rect">
              <a:avLst/>
            </a:prstGeom>
          </p:spPr>
        </p:pic>
        <p:grpSp>
          <p:nvGrpSpPr>
            <p:cNvPr id="43" name="Csoportba foglalás 42">
              <a:extLst>
                <a:ext uri="{FF2B5EF4-FFF2-40B4-BE49-F238E27FC236}">
                  <a16:creationId xmlns:a16="http://schemas.microsoft.com/office/drawing/2014/main" id="{C26E3370-C18D-DA5F-FCB6-8FD6DE219E4F}"/>
                </a:ext>
              </a:extLst>
            </p:cNvPr>
            <p:cNvGrpSpPr/>
            <p:nvPr/>
          </p:nvGrpSpPr>
          <p:grpSpPr>
            <a:xfrm rot="3719127">
              <a:off x="-18549682" y="-1722439"/>
              <a:ext cx="35731449" cy="5559725"/>
              <a:chOff x="-2705100" y="-3675362"/>
              <a:chExt cx="35731449" cy="5559725"/>
            </a:xfrm>
          </p:grpSpPr>
          <p:pic>
            <p:nvPicPr>
              <p:cNvPr id="44" name="Kép 43">
                <a:extLst>
                  <a:ext uri="{FF2B5EF4-FFF2-40B4-BE49-F238E27FC236}">
                    <a16:creationId xmlns:a16="http://schemas.microsoft.com/office/drawing/2014/main" id="{AD322D4B-FB7F-E5ED-73CA-09B5895B5800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45" name="Kép 44">
                <a:extLst>
                  <a:ext uri="{FF2B5EF4-FFF2-40B4-BE49-F238E27FC236}">
                    <a16:creationId xmlns:a16="http://schemas.microsoft.com/office/drawing/2014/main" id="{B1CF1088-D52A-5EB1-A372-7BA1CC73751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5999" y="-3675362"/>
                <a:ext cx="18040350" cy="555972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540460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Kép 37">
            <a:extLst>
              <a:ext uri="{FF2B5EF4-FFF2-40B4-BE49-F238E27FC236}">
                <a16:creationId xmlns:a16="http://schemas.microsoft.com/office/drawing/2014/main" id="{BDBAA8BD-C047-FF00-92EA-F747B65BD2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329" y="2356136"/>
            <a:ext cx="8411684" cy="5602313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22EF594D-BB1C-B82D-7346-75803583E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5450"/>
            <a:ext cx="9144000" cy="927100"/>
          </a:xfrm>
        </p:spPr>
        <p:txBody>
          <a:bodyPr/>
          <a:lstStyle/>
          <a:p>
            <a:r>
              <a:rPr lang="hu-HU" dirty="0"/>
              <a:t>Köszönjük a figyelmet!</a:t>
            </a: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FD7A9C29-35D8-D708-E797-4E7DD88A746C}"/>
              </a:ext>
            </a:extLst>
          </p:cNvPr>
          <p:cNvGrpSpPr/>
          <p:nvPr/>
        </p:nvGrpSpPr>
        <p:grpSpPr>
          <a:xfrm>
            <a:off x="-55100537" y="-3675363"/>
            <a:ext cx="71050150" cy="5559726"/>
            <a:chOff x="-2705100" y="-3675363"/>
            <a:chExt cx="71050150" cy="5559726"/>
          </a:xfrm>
        </p:grpSpPr>
        <p:grpSp>
          <p:nvGrpSpPr>
            <p:cNvPr id="5" name="Csoportba foglalás 4">
              <a:extLst>
                <a:ext uri="{FF2B5EF4-FFF2-40B4-BE49-F238E27FC236}">
                  <a16:creationId xmlns:a16="http://schemas.microsoft.com/office/drawing/2014/main" id="{B91D205D-9D94-7B00-834E-4DC22EDE6429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9" name="Kép 8">
                <a:extLst>
                  <a:ext uri="{FF2B5EF4-FFF2-40B4-BE49-F238E27FC236}">
                    <a16:creationId xmlns:a16="http://schemas.microsoft.com/office/drawing/2014/main" id="{4F652BA2-102B-694D-D27C-F4A52EB09371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0" name="Kép 9">
                <a:extLst>
                  <a:ext uri="{FF2B5EF4-FFF2-40B4-BE49-F238E27FC236}">
                    <a16:creationId xmlns:a16="http://schemas.microsoft.com/office/drawing/2014/main" id="{2013BB70-5E48-6866-39C1-D83C0C48B12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6" name="Csoportba foglalás 5">
              <a:extLst>
                <a:ext uri="{FF2B5EF4-FFF2-40B4-BE49-F238E27FC236}">
                  <a16:creationId xmlns:a16="http://schemas.microsoft.com/office/drawing/2014/main" id="{179E22C2-69DC-75D8-CCF9-8B494278F000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7" name="Kép 6">
                <a:extLst>
                  <a:ext uri="{FF2B5EF4-FFF2-40B4-BE49-F238E27FC236}">
                    <a16:creationId xmlns:a16="http://schemas.microsoft.com/office/drawing/2014/main" id="{EA189BA1-501A-BA97-DF2F-8910E47CB91B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8" name="Kép 7">
                <a:extLst>
                  <a:ext uri="{FF2B5EF4-FFF2-40B4-BE49-F238E27FC236}">
                    <a16:creationId xmlns:a16="http://schemas.microsoft.com/office/drawing/2014/main" id="{601CA5CC-914C-6C7F-8F28-2DBFB7132C95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grpSp>
        <p:nvGrpSpPr>
          <p:cNvPr id="11" name="Csoportba foglalás 10">
            <a:extLst>
              <a:ext uri="{FF2B5EF4-FFF2-40B4-BE49-F238E27FC236}">
                <a16:creationId xmlns:a16="http://schemas.microsoft.com/office/drawing/2014/main" id="{F82115F0-5874-8B52-5817-AAB96822E74E}"/>
              </a:ext>
            </a:extLst>
          </p:cNvPr>
          <p:cNvGrpSpPr/>
          <p:nvPr/>
        </p:nvGrpSpPr>
        <p:grpSpPr>
          <a:xfrm>
            <a:off x="-54948137" y="4973638"/>
            <a:ext cx="71050150" cy="5559726"/>
            <a:chOff x="-2705100" y="-3675363"/>
            <a:chExt cx="71050150" cy="5559726"/>
          </a:xfrm>
        </p:grpSpPr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1FFB6F20-A7B8-188A-2483-954B17CC68B9}"/>
                </a:ext>
              </a:extLst>
            </p:cNvPr>
            <p:cNvGrpSpPr/>
            <p:nvPr/>
          </p:nvGrpSpPr>
          <p:grpSpPr>
            <a:xfrm>
              <a:off x="-2705100" y="-3675362"/>
              <a:ext cx="35731450" cy="5559725"/>
              <a:chOff x="-2705100" y="-3675362"/>
              <a:chExt cx="35731450" cy="5559725"/>
            </a:xfrm>
          </p:grpSpPr>
          <p:pic>
            <p:nvPicPr>
              <p:cNvPr id="16" name="Kép 15">
                <a:extLst>
                  <a:ext uri="{FF2B5EF4-FFF2-40B4-BE49-F238E27FC236}">
                    <a16:creationId xmlns:a16="http://schemas.microsoft.com/office/drawing/2014/main" id="{B3B4651C-6FC8-B9AA-CCE4-2AFB497F559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7" name="Kép 16">
                <a:extLst>
                  <a:ext uri="{FF2B5EF4-FFF2-40B4-BE49-F238E27FC236}">
                    <a16:creationId xmlns:a16="http://schemas.microsoft.com/office/drawing/2014/main" id="{7D5D5681-C7FB-BBCF-D1B4-BC7FFAE37C04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  <p:grpSp>
          <p:nvGrpSpPr>
            <p:cNvPr id="13" name="Csoportba foglalás 12">
              <a:extLst>
                <a:ext uri="{FF2B5EF4-FFF2-40B4-BE49-F238E27FC236}">
                  <a16:creationId xmlns:a16="http://schemas.microsoft.com/office/drawing/2014/main" id="{2B5A4940-28F8-6EB4-C1A7-B8C7DBA86D17}"/>
                </a:ext>
              </a:extLst>
            </p:cNvPr>
            <p:cNvGrpSpPr/>
            <p:nvPr/>
          </p:nvGrpSpPr>
          <p:grpSpPr>
            <a:xfrm>
              <a:off x="32613600" y="-3675363"/>
              <a:ext cx="35731450" cy="5559725"/>
              <a:chOff x="-2705100" y="-3675362"/>
              <a:chExt cx="35731450" cy="5559725"/>
            </a:xfrm>
          </p:grpSpPr>
          <p:pic>
            <p:nvPicPr>
              <p:cNvPr id="14" name="Kép 13">
                <a:extLst>
                  <a:ext uri="{FF2B5EF4-FFF2-40B4-BE49-F238E27FC236}">
                    <a16:creationId xmlns:a16="http://schemas.microsoft.com/office/drawing/2014/main" id="{1E5A62EC-4BFB-D39D-E119-A522AF89CAB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15" name="Kép 14">
                <a:extLst>
                  <a:ext uri="{FF2B5EF4-FFF2-40B4-BE49-F238E27FC236}">
                    <a16:creationId xmlns:a16="http://schemas.microsoft.com/office/drawing/2014/main" id="{5414F701-10CD-9BF2-43BB-EF8F0B06890F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0" y="-3675362"/>
                <a:ext cx="18040350" cy="5559725"/>
              </a:xfrm>
              <a:prstGeom prst="rect">
                <a:avLst/>
              </a:prstGeom>
            </p:spPr>
          </p:pic>
        </p:grpSp>
      </p:grpSp>
      <p:grpSp>
        <p:nvGrpSpPr>
          <p:cNvPr id="55" name="Csoportba foglalás 54">
            <a:extLst>
              <a:ext uri="{FF2B5EF4-FFF2-40B4-BE49-F238E27FC236}">
                <a16:creationId xmlns:a16="http://schemas.microsoft.com/office/drawing/2014/main" id="{C04511C6-13BE-B3B4-39D2-910C18B06939}"/>
              </a:ext>
            </a:extLst>
          </p:cNvPr>
          <p:cNvGrpSpPr/>
          <p:nvPr/>
        </p:nvGrpSpPr>
        <p:grpSpPr>
          <a:xfrm>
            <a:off x="-3463820" y="-16808301"/>
            <a:ext cx="6089374" cy="35731449"/>
            <a:chOff x="-3463820" y="-16808301"/>
            <a:chExt cx="6089374" cy="35731449"/>
          </a:xfrm>
        </p:grpSpPr>
        <p:pic>
          <p:nvPicPr>
            <p:cNvPr id="46" name="Kép 45" descr="A képen szöveg, képernyőkép, szoftver, Multimédiás szoftver látható&#10;&#10;Előfordulhat, hogy az AI által létrehozott tartalom helytelen.">
              <a:extLst>
                <a:ext uri="{FF2B5EF4-FFF2-40B4-BE49-F238E27FC236}">
                  <a16:creationId xmlns:a16="http://schemas.microsoft.com/office/drawing/2014/main" id="{B1E91B7A-3CB1-5FC3-568D-001B0935DE7B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667501">
              <a:off x="89664" y="4799339"/>
              <a:ext cx="3402402" cy="1669378"/>
            </a:xfrm>
            <a:prstGeom prst="rect">
              <a:avLst/>
            </a:prstGeom>
          </p:spPr>
        </p:pic>
        <p:pic>
          <p:nvPicPr>
            <p:cNvPr id="40" name="Kép 39" descr="A képen szöveg, képernyőkép, Betűtípus, fekete-fehér látható&#10;&#10;Előfordulhat, hogy az AI által létrehozott tartalom helytelen.">
              <a:extLst>
                <a:ext uri="{FF2B5EF4-FFF2-40B4-BE49-F238E27FC236}">
                  <a16:creationId xmlns:a16="http://schemas.microsoft.com/office/drawing/2014/main" id="{EFDB1103-F399-3A6D-90DF-366702B1C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15038">
              <a:off x="-1776914" y="1672576"/>
              <a:ext cx="3652315" cy="1864376"/>
            </a:xfrm>
            <a:prstGeom prst="rect">
              <a:avLst/>
            </a:prstGeom>
          </p:spPr>
        </p:pic>
        <p:grpSp>
          <p:nvGrpSpPr>
            <p:cNvPr id="35" name="Csoportba foglalás 34">
              <a:extLst>
                <a:ext uri="{FF2B5EF4-FFF2-40B4-BE49-F238E27FC236}">
                  <a16:creationId xmlns:a16="http://schemas.microsoft.com/office/drawing/2014/main" id="{3D093EDF-A953-EAB4-9901-B487399888AE}"/>
                </a:ext>
              </a:extLst>
            </p:cNvPr>
            <p:cNvGrpSpPr/>
            <p:nvPr/>
          </p:nvGrpSpPr>
          <p:grpSpPr>
            <a:xfrm rot="3719127">
              <a:off x="-18549682" y="-1722439"/>
              <a:ext cx="35731449" cy="5559725"/>
              <a:chOff x="-2705100" y="-3675362"/>
              <a:chExt cx="35731449" cy="5559725"/>
            </a:xfrm>
          </p:grpSpPr>
          <p:pic>
            <p:nvPicPr>
              <p:cNvPr id="36" name="Kép 35">
                <a:extLst>
                  <a:ext uri="{FF2B5EF4-FFF2-40B4-BE49-F238E27FC236}">
                    <a16:creationId xmlns:a16="http://schemas.microsoft.com/office/drawing/2014/main" id="{EEA3DFE5-848D-1D29-F5B0-2EAEF7F99026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705100" y="-3675362"/>
                <a:ext cx="18040350" cy="5559725"/>
              </a:xfrm>
              <a:prstGeom prst="rect">
                <a:avLst/>
              </a:prstGeom>
            </p:spPr>
          </p:pic>
          <p:pic>
            <p:nvPicPr>
              <p:cNvPr id="37" name="Kép 36">
                <a:extLst>
                  <a:ext uri="{FF2B5EF4-FFF2-40B4-BE49-F238E27FC236}">
                    <a16:creationId xmlns:a16="http://schemas.microsoft.com/office/drawing/2014/main" id="{CE99D2B7-60F8-BA42-B4C4-FE92A1B1A2D2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5999" y="-3675362"/>
                <a:ext cx="18040350" cy="5559725"/>
              </a:xfrm>
              <a:prstGeom prst="rect">
                <a:avLst/>
              </a:prstGeom>
            </p:spPr>
          </p:pic>
        </p:grpSp>
      </p:grpSp>
      <p:pic>
        <p:nvPicPr>
          <p:cNvPr id="24" name="Kép 23">
            <a:extLst>
              <a:ext uri="{FF2B5EF4-FFF2-40B4-BE49-F238E27FC236}">
                <a16:creationId xmlns:a16="http://schemas.microsoft.com/office/drawing/2014/main" id="{49665170-0DF4-491D-8981-391524D30452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3737554" y="22462986"/>
            <a:ext cx="26484265" cy="10017562"/>
          </a:xfrm>
          <a:prstGeom prst="rect">
            <a:avLst/>
          </a:prstGeom>
        </p:spPr>
      </p:pic>
      <p:pic>
        <p:nvPicPr>
          <p:cNvPr id="25" name="Picture 2" descr="Download Free 2 person Icons in PNG &amp; SVG">
            <a:extLst>
              <a:ext uri="{FF2B5EF4-FFF2-40B4-BE49-F238E27FC236}">
                <a16:creationId xmlns:a16="http://schemas.microsoft.com/office/drawing/2014/main" id="{5C2E5D2D-57CE-4D8A-B653-2588B5D84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746" y="20655045"/>
            <a:ext cx="2902795" cy="290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935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. egyéni sém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127</Words>
  <Application>Microsoft Office PowerPoint</Application>
  <PresentationFormat>Szélesvásznú</PresentationFormat>
  <Paragraphs>60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Office-téma</vt:lpstr>
      <vt:lpstr>Moviemanager </vt:lpstr>
      <vt:lpstr>PowerPoint-bemutató</vt:lpstr>
      <vt:lpstr>UML diagram:</vt:lpstr>
      <vt:lpstr>PowerPoint-bemutató</vt:lpstr>
      <vt:lpstr>PowerPoint-bemutató</vt:lpstr>
      <vt:lpstr>PowerPoint-bemutató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Ács Benjámin</dc:creator>
  <cp:lastModifiedBy>Ács Benjámin</cp:lastModifiedBy>
  <cp:revision>21</cp:revision>
  <dcterms:created xsi:type="dcterms:W3CDTF">2025-11-27T10:59:25Z</dcterms:created>
  <dcterms:modified xsi:type="dcterms:W3CDTF">2025-12-04T11:43:56Z</dcterms:modified>
</cp:coreProperties>
</file>